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rsat Doskaliev" initials="ND" lastIdx="1" clrIdx="0">
    <p:extLst>
      <p:ext uri="{19B8F6BF-5375-455C-9EA6-DF929625EA0E}">
        <p15:presenceInfo xmlns:p15="http://schemas.microsoft.com/office/powerpoint/2012/main" userId="0984fb4914bd0db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6T01:16:51.487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68FB5-3D81-4295-A51B-693C0C0C7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3DD7B0-C2FF-4223-AF34-2289CA4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9170CA-B64C-4693-984E-D53EA073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5EAA89-615A-464A-A48C-A8F7865C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D7EB05-228E-4B2A-8428-43926EFE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4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534ED-6B59-4F14-8813-DE6D8282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C2931C-DFE5-4F0D-A12A-575447C49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B5E2F2-C675-4681-8A2E-D33DB7DB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512B4-678C-4AAE-9DA9-5BD7E91D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A44DA0-3943-4578-9DEF-64E07C08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15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4D80C-D6CE-424A-BC5F-C146A8AF8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170809-C994-4CCC-BC5D-744E4A566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2C8586-94DB-45F3-89E0-C78B670C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9E78A4-F43E-414B-967C-8651F7EE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62386A-0F8B-4B53-A4A9-4CA55C62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54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0FC1E-3E2F-4AD9-8E9B-5CDB5ABD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2E91CA-199B-418B-9805-BFE7B0D04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76C902-D1BB-42B8-ACA8-2D32F4707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331FC0-E42B-4E36-A672-C1EC608F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4F90A9-06EC-4245-B1BB-9C766C1A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399AEC-83DD-4114-98C9-BC828267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9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E893C-3247-44FE-8585-C81FAED33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04EEEE-C481-4EBA-AC30-68473B82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620A0C-5493-49C9-845D-1C205BE16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89133B-DFE2-45DE-9716-4106786E8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A0BC85-251A-4F72-9F59-A22951550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762657-D27F-42D7-833C-539A21EB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2ECA5D7-32F8-4B84-9D12-E7392D6A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3C38C2-E86E-4D05-9D46-0FC16DE2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58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5393B-6F7B-4317-B3E5-580571C2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272FD6-C703-4912-B4E4-D43252D4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048037-BC30-44AF-A3BE-B7052098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12C05F-4FB7-48A8-A7E4-4FCD3329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51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49C5A8-3D30-487A-BF2F-D8A3A7D0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12B49E-C561-4195-965E-EED6D9E1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138EB5-63E3-462C-A90D-28D28AC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10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A97EF-329D-4A66-9131-8D41FE75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4032AC-E5C6-472E-BC08-18AC6B84B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DE1C3C-611E-4934-BDC9-DF1BDE0A4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7FC4D2-9C8D-43AB-BB1A-998120179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E4A4D9-6A3D-4AB5-BCFB-D3D81955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40C344-6C8A-4D73-ADF7-69A2B414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97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1D573-AABE-4717-ABE4-4240D4CC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53B559-A3F7-442F-B1DB-0E3B7491D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BA3EA2-3029-404C-9C89-2FDB2B1BA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CBBDF-917C-4D7D-A209-1EEBFAF3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56C488-133C-4C0B-85EF-67BD51B3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08B44B-355F-4EAC-9CD2-C37AC10B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78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C2AC6-DC16-44F6-9B92-6FCC6065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C0FD12-6D17-4689-A73C-54F36F77A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F4D938-5F37-43C0-8A1C-3F283499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314B5E-5F65-4182-84A4-71A4C771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D2E6EE-D53E-4FE6-858C-B9CDC739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767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F7409F-3663-4A7F-88DE-C39939B6F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0F3A01-70BE-4066-AB2E-4DB509FB4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B7FC9A-2434-4436-BBC7-599D2ACD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CC9BE-05CF-407F-AC4A-01D988C5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DD8D7C-F819-4076-B11A-78939027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83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EFD35-6705-4611-9764-8AEB96B0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9CE442-A719-435D-A272-66EBE65B9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0D828-17A3-42CA-B78D-E54292CFC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06C8B-3946-4DF8-B4C7-507D2098C03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D1E795-DD13-4323-B71C-7EBADABDD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AA5388-2901-4038-9F11-FE5F769BA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6B068-A5E6-4BC7-8351-A58088B298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6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3E9A0C-9680-436E-AE2E-92E3730B3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23" y="742543"/>
            <a:ext cx="7588577" cy="430189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F7D49AB-5278-486C-9EDE-F6FFF6615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79" y="951011"/>
            <a:ext cx="531671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(1)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(N) APPOINTMENT: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have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(1)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(N) APPOINTMENT: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(N)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(1) DEPARTMENT: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belongs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doctor's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department's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partial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(1)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(N) HOSPITAL ROOM: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 (N)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held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(1) HOSPITAL ROOM: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 (1)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(N) PRESCRIPTION: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prescriptions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(1) —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issued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(N) PRESCRIPTION: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prescription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1397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</Words>
  <Application>Microsoft Office PowerPoint</Application>
  <PresentationFormat>Широкоэкранный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Nursat Doskaliev</dc:creator>
  <cp:lastModifiedBy>Nursat Doskaliev</cp:lastModifiedBy>
  <cp:revision>1</cp:revision>
  <dcterms:created xsi:type="dcterms:W3CDTF">2026-09-15T20:06:49Z</dcterms:created>
  <dcterms:modified xsi:type="dcterms:W3CDTF">2026-09-15T20:19:26Z</dcterms:modified>
</cp:coreProperties>
</file>